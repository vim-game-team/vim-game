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22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5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80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4206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</a:t>
            </a:r>
            <a:endParaRPr lang="en-US" sz="72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32918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Vim.</a:t>
            </a:r>
            <a:endParaRPr lang="en-US" sz="1800" dirty="0"/>
          </a:p>
          <a:p>
            <a:pPr marL="0" indent="0" algn="l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Game.</a:t>
            </a:r>
            <a:endParaRPr lang="en-US" sz="1800" dirty="0"/>
          </a:p>
          <a:p>
            <a:pPr marL="0" indent="0" algn="l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01  ·  SS2026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 Technikum Wien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965960"/>
            <a:ext cx="3474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029200" y="2148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Angelo Wang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532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Yannik Moussong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9169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Florea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300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 Arjona Ochoa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685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Supjan Jakumov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4206240"/>
            <a:ext cx="3474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5029200" y="4343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Gerhard Dinhof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" cy="11704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dependency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between keyboard and mouse breaks developer flow and costs time every day.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109728" cy="11704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time loss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cursor navigation adds up to hours of lost productivity every month.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109728" cy="11704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is the solution — but its intimidating interface scares most developers away before they start.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960120"/>
            <a:ext cx="2834640" cy="3520440"/>
          </a:xfrm>
          <a:prstGeom prst="roundRect">
            <a:avLst>
              <a:gd name="adj" fmla="val 3226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035040" y="1143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developers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learn Vim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19659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6035040" y="3154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it being the most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text editor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game that teaches Vim through play not through pain.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Game-Driven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Story-driven puzzles guide players through Vim commands in context, making learning feel natural.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01168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651760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Pedagogy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effective teaching principles: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repetition, immediate feedback, progressive difficulty.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51760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617220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69748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command reference to keep players motivated long-term.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" cy="1645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109728" cy="1645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09728" cy="1645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Database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109728" cy="1645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937760" y="3200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3776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2157" y="135919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tile-based game engine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 character with Vim motion 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 (Firebase Auth)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overview / reference page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Text-flow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Planned / Nice-to-Have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53312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/ items system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replay feature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customization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Journey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254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" y="3246120"/>
            <a:ext cx="1115568" cy="1508760"/>
          </a:xfrm>
          <a:prstGeom prst="roundRect">
            <a:avLst>
              <a:gd name="adj" fmla="val 6557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675888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planning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47672" y="27889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1719072" y="2331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3246120"/>
            <a:ext cx="1115568" cy="1508760"/>
          </a:xfrm>
          <a:prstGeom prst="roundRect">
            <a:avLst>
              <a:gd name="adj" fmla="val 6557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1673352" y="3291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73352" y="3675888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movement,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rendering, Firebase pivot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18104" y="27889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2889504" y="2331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16352" y="3246120"/>
            <a:ext cx="1115568" cy="1508760"/>
          </a:xfrm>
          <a:prstGeom prst="roundRect">
            <a:avLst>
              <a:gd name="adj" fmla="val 6557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2843784" y="3291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Map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43784" y="3675888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 system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88536" y="27889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059936" y="2331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86784" y="3246120"/>
            <a:ext cx="1115568" cy="1508760"/>
          </a:xfrm>
          <a:prstGeom prst="roundRect">
            <a:avLst>
              <a:gd name="adj" fmla="val 6557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4014216" y="3291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14216" y="3675888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text-mechanics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58968" y="27889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5230368" y="2331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57216" y="3246120"/>
            <a:ext cx="1115568" cy="1508760"/>
          </a:xfrm>
          <a:prstGeom prst="roundRect">
            <a:avLst>
              <a:gd name="adj" fmla="val 6557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5184648" y="3291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clean-up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84648" y="3675888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29400" y="27889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6400800" y="2331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27648" y="3246120"/>
            <a:ext cx="1115568" cy="1508760"/>
          </a:xfrm>
          <a:prstGeom prst="roundRect">
            <a:avLst>
              <a:gd name="adj" fmla="val 6557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6355080" y="3291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675888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commands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99832" y="2788920"/>
            <a:ext cx="292608" cy="29260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/>
          <p:nvPr/>
        </p:nvSpPr>
        <p:spPr>
          <a:xfrm>
            <a:off x="7571232" y="2331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98080" y="3246120"/>
            <a:ext cx="1115568" cy="1508760"/>
          </a:xfrm>
          <a:prstGeom prst="roundRect">
            <a:avLst>
              <a:gd name="adj" fmla="val 6557"/>
            </a:avLst>
          </a:prstGeom>
          <a:solidFill>
            <a:srgbClr val="1A1A1A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/>
          <p:nvPr/>
        </p:nvSpPr>
        <p:spPr>
          <a:xfrm>
            <a:off x="7525512" y="3291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25512" y="3675888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" cy="1691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time to go fast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time to build an adaptable and versatile architecture, saved a lot of time and simplified later stages of development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109728" cy="1691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983480" y="1143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meetings = more 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with scheduled team meetings produced significantly more. Ad-hoc coordination alone wasn't enough.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09728" cy="1691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594360" y="3063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task distribution matters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task ownership led to overlap and missed work. Smaller, clearly owned tasks improved every sprint.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109728" cy="1691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983480" y="3063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is hard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underestimated effort in early sprints. Real complexity is always higher than expected.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352697" y="18059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i="1" dirty="0">
              <a:solidFill>
                <a:srgbClr val="66666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560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267559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:wq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Bildschirmpräsentation (16:9)</PresentationFormat>
  <Paragraphs>100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VimGame Presentation</dc:title>
  <dc:subject>PptxGenJS Presentation</dc:subject>
  <dc:creator>PptxGenJS</dc:creator>
  <cp:lastModifiedBy>Yannik Moussong</cp:lastModifiedBy>
  <cp:revision>3</cp:revision>
  <dcterms:created xsi:type="dcterms:W3CDTF">2026-06-23T11:54:43Z</dcterms:created>
  <dcterms:modified xsi:type="dcterms:W3CDTF">2026-06-23T19:25:34Z</dcterms:modified>
</cp:coreProperties>
</file>